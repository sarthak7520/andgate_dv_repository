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7" r:id="rId12"/>
    <p:sldId id="266" r:id="rId13"/>
    <p:sldId id="279" r:id="rId14"/>
    <p:sldId id="277" r:id="rId15"/>
    <p:sldId id="280" r:id="rId16"/>
    <p:sldId id="271" r:id="rId17"/>
    <p:sldId id="272" r:id="rId18"/>
    <p:sldId id="273" r:id="rId19"/>
    <p:sldId id="274" r:id="rId20"/>
    <p:sldId id="275" r:id="rId21"/>
    <p:sldId id="276" r:id="rId22"/>
    <p:sldId id="281" r:id="rId23"/>
    <p:sldId id="27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51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15AC-F915-43B4-8167-DB39FF35DFE1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98F26-3890-47CB-8E26-5A47288424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2764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15AC-F915-43B4-8167-DB39FF35DFE1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98F26-3890-47CB-8E26-5A47288424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7188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15AC-F915-43B4-8167-DB39FF35DFE1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98F26-3890-47CB-8E26-5A47288424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4034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15AC-F915-43B4-8167-DB39FF35DFE1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98F26-3890-47CB-8E26-5A47288424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3354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15AC-F915-43B4-8167-DB39FF35DFE1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98F26-3890-47CB-8E26-5A47288424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811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15AC-F915-43B4-8167-DB39FF35DFE1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98F26-3890-47CB-8E26-5A47288424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227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15AC-F915-43B4-8167-DB39FF35DFE1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98F26-3890-47CB-8E26-5A47288424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4231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15AC-F915-43B4-8167-DB39FF35DFE1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98F26-3890-47CB-8E26-5A47288424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6813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15AC-F915-43B4-8167-DB39FF35DFE1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98F26-3890-47CB-8E26-5A47288424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9408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15AC-F915-43B4-8167-DB39FF35DFE1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98F26-3890-47CB-8E26-5A47288424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2186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15AC-F915-43B4-8167-DB39FF35DFE1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98F26-3890-47CB-8E26-5A47288424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32567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15AC-F915-43B4-8167-DB39FF35DFE1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98F26-3890-47CB-8E26-5A47288424CF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496970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15AC-F915-43B4-8167-DB39FF35DFE1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98F26-3890-47CB-8E26-5A47288424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1919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15AC-F915-43B4-8167-DB39FF35DFE1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98F26-3890-47CB-8E26-5A47288424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79560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15AC-F915-43B4-8167-DB39FF35DFE1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98F26-3890-47CB-8E26-5A47288424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36273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15AC-F915-43B4-8167-DB39FF35DFE1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98F26-3890-47CB-8E26-5A47288424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62755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15AC-F915-43B4-8167-DB39FF35DFE1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98F26-3890-47CB-8E26-5A47288424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059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A9D15AC-F915-43B4-8167-DB39FF35DFE1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398F26-3890-47CB-8E26-5A47288424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77392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One month </a:t>
            </a:r>
            <a:r>
              <a:rPr lang="en-US" dirty="0"/>
              <a:t>w</a:t>
            </a:r>
            <a:r>
              <a:rPr lang="en-US" dirty="0" smtClean="0"/>
              <a:t>ork PPT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						Made by </a:t>
            </a:r>
            <a:r>
              <a:rPr lang="en-US" dirty="0" err="1" smtClean="0"/>
              <a:t>Raju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					                    Date: 28-08-2025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5697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3433475"/>
              </p:ext>
            </p:extLst>
          </p:nvPr>
        </p:nvGraphicFramePr>
        <p:xfrm>
          <a:off x="791570" y="1583141"/>
          <a:ext cx="8338782" cy="3747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962"/>
                <a:gridCol w="3802410"/>
                <a:gridCol w="3802410"/>
              </a:tblGrid>
              <a:tr h="396494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S.No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Topic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Duration (days)</a:t>
                      </a:r>
                      <a:endParaRPr lang="en-IN" dirty="0"/>
                    </a:p>
                  </a:txBody>
                  <a:tcPr/>
                </a:tc>
              </a:tr>
              <a:tr h="396494">
                <a:tc>
                  <a:txBody>
                    <a:bodyPr/>
                    <a:lstStyle/>
                    <a:p>
                      <a:r>
                        <a:rPr lang="en-US" dirty="0" smtClean="0"/>
                        <a:t>1.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Specification</a:t>
                      </a:r>
                      <a:r>
                        <a:rPr lang="en-US" baseline="0" dirty="0" smtClean="0"/>
                        <a:t> reading of UART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 </a:t>
                      </a:r>
                      <a:endParaRPr lang="en-IN" dirty="0"/>
                    </a:p>
                  </a:txBody>
                  <a:tcPr/>
                </a:tc>
              </a:tr>
              <a:tr h="396494">
                <a:tc>
                  <a:txBody>
                    <a:bodyPr/>
                    <a:lstStyle/>
                    <a:p>
                      <a:r>
                        <a:rPr lang="en-US" dirty="0" smtClean="0"/>
                        <a:t>2.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Extraction featured &amp; </a:t>
                      </a:r>
                      <a:r>
                        <a:rPr lang="en-US" dirty="0" err="1" smtClean="0"/>
                        <a:t>testplan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/>
                </a:tc>
              </a:tr>
              <a:tr h="684360">
                <a:tc>
                  <a:txBody>
                    <a:bodyPr/>
                    <a:lstStyle/>
                    <a:p>
                      <a:r>
                        <a:rPr lang="en-US" dirty="0" smtClean="0"/>
                        <a:t>3.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Understanding of DUT &amp; the document related to it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/>
                </a:tc>
              </a:tr>
              <a:tr h="684360">
                <a:tc>
                  <a:txBody>
                    <a:bodyPr/>
                    <a:lstStyle/>
                    <a:p>
                      <a:r>
                        <a:rPr lang="en-US" dirty="0" smtClean="0"/>
                        <a:t>4.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UVM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testbench</a:t>
                      </a:r>
                      <a:r>
                        <a:rPr lang="en-US" baseline="0" dirty="0" smtClean="0"/>
                        <a:t> architecture with RAL &amp; debug.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IN" dirty="0"/>
                    </a:p>
                  </a:txBody>
                  <a:tcPr/>
                </a:tc>
              </a:tr>
              <a:tr h="396494">
                <a:tc>
                  <a:txBody>
                    <a:bodyPr/>
                    <a:lstStyle/>
                    <a:p>
                      <a:r>
                        <a:rPr lang="en-US" dirty="0" smtClean="0"/>
                        <a:t>5.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 UVM </a:t>
                      </a:r>
                      <a:r>
                        <a:rPr lang="en-US" baseline="0" dirty="0" err="1" smtClean="0"/>
                        <a:t>testbench</a:t>
                      </a:r>
                      <a:r>
                        <a:rPr lang="en-US" baseline="0" dirty="0" smtClean="0"/>
                        <a:t> architecture  - 2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IN" dirty="0"/>
                    </a:p>
                  </a:txBody>
                  <a:tcPr/>
                </a:tc>
              </a:tr>
              <a:tr h="396494">
                <a:tc>
                  <a:txBody>
                    <a:bodyPr/>
                    <a:lstStyle/>
                    <a:p>
                      <a:r>
                        <a:rPr lang="en-US" dirty="0" smtClean="0"/>
                        <a:t>6.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Testcases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/>
                </a:tc>
              </a:tr>
              <a:tr h="396494">
                <a:tc>
                  <a:txBody>
                    <a:bodyPr/>
                    <a:lstStyle/>
                    <a:p>
                      <a:r>
                        <a:rPr lang="en-US" dirty="0" smtClean="0"/>
                        <a:t>7.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Debugging of </a:t>
                      </a:r>
                      <a:r>
                        <a:rPr lang="en-US" dirty="0" err="1" smtClean="0"/>
                        <a:t>env</a:t>
                      </a:r>
                      <a:r>
                        <a:rPr lang="en-US" dirty="0" smtClean="0"/>
                        <a:t> 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2704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UART?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UART (Universal Asynchronous Receiver/Transmitter)</a:t>
            </a:r>
          </a:p>
          <a:p>
            <a:r>
              <a:rPr lang="en-IN" dirty="0"/>
              <a:t>A hardware communication protocol for </a:t>
            </a:r>
            <a:r>
              <a:rPr lang="en-IN" b="1" dirty="0"/>
              <a:t>serial data transmission</a:t>
            </a:r>
            <a:r>
              <a:rPr lang="en-IN" dirty="0"/>
              <a:t>.</a:t>
            </a:r>
          </a:p>
          <a:p>
            <a:r>
              <a:rPr lang="en-IN" b="1" dirty="0"/>
              <a:t>Asynchronous</a:t>
            </a:r>
            <a:r>
              <a:rPr lang="en-IN" dirty="0"/>
              <a:t> → no separate clock line (uses baud rate for synchronization).</a:t>
            </a:r>
          </a:p>
          <a:p>
            <a:r>
              <a:rPr lang="en-IN" dirty="0"/>
              <a:t>Transmits </a:t>
            </a:r>
            <a:r>
              <a:rPr lang="en-IN" b="1" dirty="0"/>
              <a:t>one bit at a time</a:t>
            </a:r>
            <a:r>
              <a:rPr lang="en-IN" dirty="0"/>
              <a:t> over TX (Transmit) and RX (Receive) lines.</a:t>
            </a:r>
          </a:p>
          <a:p>
            <a:r>
              <a:rPr lang="en-IN" dirty="0"/>
              <a:t>Typical frame format: </a:t>
            </a:r>
            <a:r>
              <a:rPr lang="en-IN" b="1" dirty="0"/>
              <a:t>Start bit + Data bits + Optional Parity + Stop bit(s)</a:t>
            </a:r>
            <a:r>
              <a:rPr lang="en-IN" dirty="0"/>
              <a:t>.</a:t>
            </a:r>
          </a:p>
          <a:p>
            <a:r>
              <a:rPr lang="en-IN" dirty="0"/>
              <a:t>Widely used in </a:t>
            </a:r>
            <a:r>
              <a:rPr lang="en-IN" b="1" dirty="0"/>
              <a:t>embedded systems, </a:t>
            </a:r>
            <a:r>
              <a:rPr lang="en-IN" b="1" dirty="0" err="1"/>
              <a:t>SoCs</a:t>
            </a:r>
            <a:r>
              <a:rPr lang="en-IN" b="1" dirty="0"/>
              <a:t>, and peripherals</a:t>
            </a:r>
            <a:r>
              <a:rPr lang="en-IN" dirty="0"/>
              <a:t> for debugging and low-speed communication.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7340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 rot="5400000">
            <a:off x="-45075" y="2942822"/>
            <a:ext cx="2627290" cy="39924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PERIPHERAL</a:t>
            </a:r>
            <a:endParaRPr lang="en-IN" dirty="0"/>
          </a:p>
        </p:txBody>
      </p:sp>
      <p:cxnSp>
        <p:nvCxnSpPr>
          <p:cNvPr id="5" name="Straight Arrow Connector 4"/>
          <p:cNvCxnSpPr>
            <a:stCxn id="4" idx="0"/>
          </p:cNvCxnSpPr>
          <p:nvPr/>
        </p:nvCxnSpPr>
        <p:spPr>
          <a:xfrm>
            <a:off x="1468193" y="3142445"/>
            <a:ext cx="61818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2086377" y="2801154"/>
            <a:ext cx="1403798" cy="6825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SERIAL</a:t>
            </a:r>
            <a:endParaRPr lang="en-IN" dirty="0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3490175" y="3142445"/>
            <a:ext cx="61818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4108359" y="2801154"/>
            <a:ext cx="1873341" cy="6825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PARALLEL</a:t>
            </a:r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 rot="16200000" flipV="1">
            <a:off x="7323783" y="4297249"/>
            <a:ext cx="2380442" cy="46578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CPU</a:t>
            </a:r>
            <a:endParaRPr lang="en-IN" dirty="0"/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7662928" y="4690056"/>
            <a:ext cx="6439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082601" y="4348766"/>
            <a:ext cx="1403798" cy="682580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SERIAL</a:t>
            </a:r>
            <a:endParaRPr lang="en-IN" dirty="0"/>
          </a:p>
        </p:txBody>
      </p:sp>
      <p:cxnSp>
        <p:nvCxnSpPr>
          <p:cNvPr id="12" name="Straight Arrow Connector 11"/>
          <p:cNvCxnSpPr>
            <a:stCxn id="13" idx="2"/>
          </p:cNvCxnSpPr>
          <p:nvPr/>
        </p:nvCxnSpPr>
        <p:spPr>
          <a:xfrm flipH="1">
            <a:off x="5486407" y="4690056"/>
            <a:ext cx="49529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981701" y="4348766"/>
            <a:ext cx="1804110" cy="682580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PARALLEL</a:t>
            </a:r>
            <a:endParaRPr lang="en-IN" dirty="0"/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3734864" y="227526"/>
            <a:ext cx="4250037" cy="13136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 smtClean="0"/>
              <a:t>How it works?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4282042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556" y="1378039"/>
            <a:ext cx="7965049" cy="4275786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035936" y="77273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</a:rPr>
              <a:t>UART Clock Generation Diagram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31065" y="5898524"/>
            <a:ext cx="10722735" cy="56177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400" i="1" dirty="0" smtClean="0"/>
              <a:t>Note: the </a:t>
            </a:r>
            <a:r>
              <a:rPr lang="en-US" sz="2400" i="1" dirty="0"/>
              <a:t>bit is sampled in the 8th BCLK cycle for 16× over </a:t>
            </a:r>
            <a:r>
              <a:rPr lang="en-US" sz="2400" i="1" dirty="0" smtClean="0"/>
              <a:t>sampling mode </a:t>
            </a:r>
            <a:r>
              <a:rPr lang="en-US" sz="2400" i="1" dirty="0"/>
              <a:t>and on the 6th BCLK cycle for 13× oversampling mode</a:t>
            </a:r>
            <a:r>
              <a:rPr lang="en-US" sz="2400" i="1" dirty="0" smtClean="0"/>
              <a:t>.</a:t>
            </a:r>
            <a:endParaRPr lang="en-IN" sz="2400" i="1" dirty="0"/>
          </a:p>
        </p:txBody>
      </p:sp>
    </p:spTree>
    <p:extLst>
      <p:ext uri="{BB962C8B-B14F-4D97-AF65-F5344CB8AC3E}">
        <p14:creationId xmlns:p14="http://schemas.microsoft.com/office/powerpoint/2010/main" val="4028581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9823" y="1320658"/>
            <a:ext cx="765235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63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Sampling of data in UART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4084" y="1943894"/>
            <a:ext cx="8367641" cy="4419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739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Different format for UART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4651" y="2105819"/>
            <a:ext cx="8729449" cy="4299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0402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starts , and stops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3958" y="3224224"/>
            <a:ext cx="8699595" cy="65574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4057" y="4711178"/>
            <a:ext cx="10059743" cy="55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65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APB_UART TASKS WITH RAL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1343" y="2052638"/>
            <a:ext cx="6451090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844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Soft_reset_with</a:t>
            </a:r>
            <a:r>
              <a:rPr lang="en-US" dirty="0" smtClean="0"/>
              <a:t> RAL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8042" y="2052638"/>
            <a:ext cx="6117691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2073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Error encountered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8275" y="3321844"/>
            <a:ext cx="8277225" cy="1657350"/>
          </a:xfrm>
        </p:spPr>
      </p:pic>
    </p:spTree>
    <p:extLst>
      <p:ext uri="{BB962C8B-B14F-4D97-AF65-F5344CB8AC3E}">
        <p14:creationId xmlns:p14="http://schemas.microsoft.com/office/powerpoint/2010/main" val="9959746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5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692"/>
          <a:stretch/>
        </p:blipFill>
        <p:spPr>
          <a:xfrm>
            <a:off x="298425" y="3041835"/>
            <a:ext cx="6578624" cy="2894958"/>
          </a:xfrm>
          <a:prstGeom prst="rect">
            <a:avLst/>
          </a:prstGeom>
        </p:spPr>
      </p:pic>
      <p:pic>
        <p:nvPicPr>
          <p:cNvPr id="5" name="Content Placeholder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3887" y="2409795"/>
            <a:ext cx="7024387" cy="352699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828800" y="1590069"/>
            <a:ext cx="8559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Baud rate</a:t>
            </a:r>
            <a:r>
              <a:rPr lang="en-US" dirty="0"/>
              <a:t> is the speed of data transmission in </a:t>
            </a:r>
            <a:r>
              <a:rPr lang="en-US" b="1" dirty="0"/>
              <a:t>symbols per second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1002956" y="2591441"/>
            <a:ext cx="2946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Register mapping with DUT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77157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APB_UART_ENV-2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313" y="2173180"/>
            <a:ext cx="8947150" cy="3954677"/>
          </a:xfrm>
        </p:spPr>
      </p:pic>
    </p:spTree>
    <p:extLst>
      <p:ext uri="{BB962C8B-B14F-4D97-AF65-F5344CB8AC3E}">
        <p14:creationId xmlns:p14="http://schemas.microsoft.com/office/powerpoint/2010/main" val="4644411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Run.do file </a:t>
            </a:r>
            <a:endParaRPr lang="en-IN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6132" y="1918376"/>
            <a:ext cx="5826462" cy="4141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9984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 and driver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2167" y="2052638"/>
            <a:ext cx="6889441" cy="419576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993" y="1839272"/>
            <a:ext cx="4695825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1444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Interface for APB UART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8233" y="1972469"/>
            <a:ext cx="7410733" cy="405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5634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Seq_item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7791" y="1825624"/>
            <a:ext cx="5546941" cy="480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6538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Uart_driver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55204" y="1650052"/>
            <a:ext cx="5425597" cy="4716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7016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Write and read sequence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89427" y="2052638"/>
            <a:ext cx="4174922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5674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Some test related to APB_UART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0497" y="1874731"/>
            <a:ext cx="5115503" cy="4212170"/>
          </a:xfrm>
          <a:prstGeom prst="rect">
            <a:avLst/>
          </a:prstGeom>
        </p:spPr>
      </p:pic>
      <p:pic>
        <p:nvPicPr>
          <p:cNvPr id="5" name="Content Placeholde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1899" y="1874731"/>
            <a:ext cx="2409825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9139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waveform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3313" y="3225186"/>
            <a:ext cx="8947150" cy="1850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1242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APB_UART_ENV - 2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Refer the below given document:</a:t>
            </a:r>
          </a:p>
          <a:p>
            <a:endParaRPr lang="en-US" dirty="0"/>
          </a:p>
          <a:p>
            <a:r>
              <a:rPr lang="en-US" dirty="0" smtClean="0"/>
              <a:t>General </a:t>
            </a:r>
            <a:r>
              <a:rPr lang="en-US" dirty="0"/>
              <a:t>spec</a:t>
            </a:r>
          </a:p>
          <a:p>
            <a:r>
              <a:rPr lang="en-US" dirty="0"/>
              <a:t>Design related doc.</a:t>
            </a:r>
          </a:p>
          <a:p>
            <a:r>
              <a:rPr lang="en-US" dirty="0"/>
              <a:t>APB_UART_PROJECT_DOC</a:t>
            </a:r>
          </a:p>
          <a:p>
            <a:r>
              <a:rPr lang="en-US" dirty="0"/>
              <a:t>APB_UART_VIP_DOC</a:t>
            </a:r>
          </a:p>
          <a:p>
            <a:r>
              <a:rPr lang="en-US" dirty="0"/>
              <a:t>Verification_plan_doc</a:t>
            </a:r>
          </a:p>
          <a:p>
            <a:r>
              <a:rPr lang="en-US" dirty="0"/>
              <a:t>Testplan_doc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1585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252</TotalTime>
  <Words>272</Words>
  <Application>Microsoft Office PowerPoint</Application>
  <PresentationFormat>Widescreen</PresentationFormat>
  <Paragraphs>68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Arial Rounded MT Bold</vt:lpstr>
      <vt:lpstr>Century Gothic</vt:lpstr>
      <vt:lpstr>Wingdings 3</vt:lpstr>
      <vt:lpstr>Ion</vt:lpstr>
      <vt:lpstr>One month work PPT</vt:lpstr>
      <vt:lpstr>PowerPoint Presentation</vt:lpstr>
      <vt:lpstr>What is UART?</vt:lpstr>
      <vt:lpstr>PowerPoint Presentation</vt:lpstr>
      <vt:lpstr>UART Clock Generation Diagram</vt:lpstr>
      <vt:lpstr>PowerPoint Presentation</vt:lpstr>
      <vt:lpstr>Sampling of data in UART</vt:lpstr>
      <vt:lpstr>Different format for UART</vt:lpstr>
      <vt:lpstr>How starts , and stops</vt:lpstr>
      <vt:lpstr>APB_UART TASKS WITH RAL</vt:lpstr>
      <vt:lpstr>Soft_reset_with RAL</vt:lpstr>
      <vt:lpstr>Error encountered</vt:lpstr>
      <vt:lpstr>PowerPoint Presentation</vt:lpstr>
      <vt:lpstr>APB_UART_ENV-2</vt:lpstr>
      <vt:lpstr>Run.do file </vt:lpstr>
      <vt:lpstr>Top and driver</vt:lpstr>
      <vt:lpstr>Interface for APB UART</vt:lpstr>
      <vt:lpstr>Seq_item</vt:lpstr>
      <vt:lpstr>Uart_driver</vt:lpstr>
      <vt:lpstr>Write and read sequence</vt:lpstr>
      <vt:lpstr>Some test related to APB_UART</vt:lpstr>
      <vt:lpstr>waveform</vt:lpstr>
      <vt:lpstr>APB_UART_ENV - 2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 month work PPT</dc:title>
  <dc:creator>windows10</dc:creator>
  <cp:lastModifiedBy>windows10</cp:lastModifiedBy>
  <cp:revision>16</cp:revision>
  <dcterms:created xsi:type="dcterms:W3CDTF">2025-08-28T06:40:17Z</dcterms:created>
  <dcterms:modified xsi:type="dcterms:W3CDTF">2025-08-28T10:55:11Z</dcterms:modified>
</cp:coreProperties>
</file>